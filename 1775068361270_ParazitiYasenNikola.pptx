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2646" y="2286000"/>
            <a:ext cx="3063659" cy="93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500" b="1">
                <a:solidFill>
                  <a:srgbClr val="64C8FF"/>
                </a:solidFill>
              </a:defRPr>
            </a:pPr>
            <a:r>
              <a:rPr dirty="0" err="1"/>
              <a:t>Паразити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052937" y="3657600"/>
            <a:ext cx="608307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0F0F0"/>
                </a:solidFill>
              </a:defRPr>
            </a:pP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Биология</a:t>
            </a:r>
            <a:r>
              <a:rPr dirty="0"/>
              <a:t> </a:t>
            </a:r>
            <a:r>
              <a:rPr lang="bg-BG" dirty="0"/>
              <a:t>на:</a:t>
            </a:r>
            <a:br>
              <a:rPr lang="bg-BG" dirty="0"/>
            </a:br>
            <a:r>
              <a:rPr dirty="0" err="1"/>
              <a:t>Ясен</a:t>
            </a:r>
            <a:r>
              <a:rPr dirty="0"/>
              <a:t> </a:t>
            </a:r>
            <a:r>
              <a:rPr dirty="0" err="1"/>
              <a:t>Янакиев</a:t>
            </a:r>
            <a:r>
              <a:rPr dirty="0"/>
              <a:t> и </a:t>
            </a:r>
            <a:r>
              <a:rPr dirty="0" err="1"/>
              <a:t>Никола</a:t>
            </a:r>
            <a:r>
              <a:rPr dirty="0"/>
              <a:t> </a:t>
            </a:r>
            <a:r>
              <a:rPr dirty="0" err="1"/>
              <a:t>Дойчинов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rPr lang="bg-BG"/>
              <a:t>Какво е паразит?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rPr lang="ru-RU"/>
              <a:t>Паразитът е организъм, който живее за сметка на друг, наречен гостоприемник.</a:t>
            </a:r>
            <a:br>
              <a:rPr lang="ru-RU"/>
            </a:br>
            <a:br>
              <a:rPr lang="ru-RU"/>
            </a:br>
            <a:r>
              <a:rPr lang="ru-RU"/>
              <a:t>Той се храни от неговите хранителни вещества и му нанася вреда, но рядко го убива веднага.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1727200"/>
            <a:ext cx="57912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rPr lang="bg-BG"/>
              <a:t>Ектопаразити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rPr lang="ru-RU" dirty="0"/>
              <a:t>Това са паразити, които живеят на повърхността на тялото на гостоприемника.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Те се прикрепят към кожата, козината или люспите и най-често се хранят с кръв.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645920"/>
            <a:ext cx="5981131" cy="3904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t>Ектопаразит: Cymothoa exigua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rPr dirty="0" err="1"/>
              <a:t>Това</a:t>
            </a:r>
            <a:r>
              <a:rPr dirty="0"/>
              <a:t> </a:t>
            </a:r>
            <a:r>
              <a:rPr dirty="0" err="1"/>
              <a:t>невероятно</a:t>
            </a:r>
            <a:r>
              <a:rPr dirty="0"/>
              <a:t> </a:t>
            </a:r>
            <a:r>
              <a:rPr dirty="0" err="1"/>
              <a:t>ракообразно</a:t>
            </a:r>
            <a:r>
              <a:rPr dirty="0"/>
              <a:t> </a:t>
            </a:r>
            <a:r>
              <a:rPr dirty="0" err="1"/>
              <a:t>влиза</a:t>
            </a:r>
            <a:r>
              <a:rPr dirty="0"/>
              <a:t> </a:t>
            </a:r>
            <a:r>
              <a:rPr dirty="0" err="1"/>
              <a:t>през</a:t>
            </a:r>
            <a:r>
              <a:rPr dirty="0"/>
              <a:t> </a:t>
            </a:r>
            <a:r>
              <a:rPr dirty="0" err="1"/>
              <a:t>хрилете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рибата</a:t>
            </a:r>
            <a:r>
              <a:rPr dirty="0"/>
              <a:t> и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закрепва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езика</a:t>
            </a:r>
            <a:r>
              <a:rPr dirty="0"/>
              <a:t> ѝ.</a:t>
            </a:r>
            <a:br>
              <a:rPr dirty="0"/>
            </a:br>
            <a:br>
              <a:rPr dirty="0"/>
            </a:b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изсмуква</a:t>
            </a:r>
            <a:r>
              <a:rPr dirty="0"/>
              <a:t> </a:t>
            </a:r>
            <a:r>
              <a:rPr dirty="0" err="1"/>
              <a:t>кръвта</a:t>
            </a:r>
            <a:r>
              <a:rPr dirty="0"/>
              <a:t> </a:t>
            </a:r>
            <a:r>
              <a:rPr dirty="0" err="1"/>
              <a:t>му</a:t>
            </a:r>
            <a:r>
              <a:rPr dirty="0"/>
              <a:t>, </a:t>
            </a:r>
            <a:r>
              <a:rPr dirty="0" err="1"/>
              <a:t>докато</a:t>
            </a:r>
            <a:r>
              <a:rPr dirty="0"/>
              <a:t> </a:t>
            </a:r>
            <a:r>
              <a:rPr dirty="0" err="1"/>
              <a:t>езикът</a:t>
            </a:r>
            <a:r>
              <a:rPr dirty="0"/>
              <a:t> </a:t>
            </a:r>
            <a:r>
              <a:rPr dirty="0" err="1"/>
              <a:t>падне</a:t>
            </a:r>
            <a:r>
              <a:rPr dirty="0"/>
              <a:t>, </a:t>
            </a:r>
            <a:r>
              <a:rPr dirty="0" err="1"/>
              <a:t>след</a:t>
            </a:r>
            <a:r>
              <a:rPr dirty="0"/>
              <a:t> </a:t>
            </a:r>
            <a:r>
              <a:rPr dirty="0" err="1"/>
              <a:t>което</a:t>
            </a:r>
            <a:r>
              <a:rPr dirty="0"/>
              <a:t> </a:t>
            </a:r>
            <a:r>
              <a:rPr dirty="0" err="1"/>
              <a:t>заема</a:t>
            </a:r>
            <a:r>
              <a:rPr dirty="0"/>
              <a:t> </a:t>
            </a:r>
            <a:r>
              <a:rPr dirty="0" err="1"/>
              <a:t>неговото</a:t>
            </a:r>
            <a:r>
              <a:rPr dirty="0"/>
              <a:t> </a:t>
            </a:r>
            <a:r>
              <a:rPr dirty="0" err="1"/>
              <a:t>място</a:t>
            </a:r>
            <a:r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t>Ектопаразит: Медицинска пиявица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t>Пиявиците се прикрепят към кожата и се хранят с кръв, като пробиват тъканта.</a:t>
            </a:r>
            <a:br/>
            <a:br/>
            <a:r>
              <a:t>Те отделят вещество, наречено хирудин, което не позволява на кръвта да се съсирва.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319" y="1645920"/>
            <a:ext cx="5801601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t>Ендопаразити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t>За разлика от ектопаразитите, ендопаразитите живеят дълбоко вътре в тялото.</a:t>
            </a:r>
            <a:br/>
            <a:br/>
            <a:r>
              <a:t>Те могат да обитават храносмилателната система, черния дроб, кръвта или мускулите.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970" y="1645920"/>
            <a:ext cx="35903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t>Ендопаразит: Свинска тения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t>Свинската тения е опасен паразит, който живее в тънките черва на човека.</a:t>
            </a:r>
            <a:br/>
            <a:br/>
            <a:r>
              <a:t>Тя се закрепва за стената с кукички и може да достигне дължина от няколко метра.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757428"/>
            <a:ext cx="6064436" cy="3766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t>Ендопаразит: Toxoplasma gondii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t>Този микроскопичен паразит буквално променя поведението на заразените мишки.</a:t>
            </a:r>
            <a:br/>
            <a:br/>
            <a:r>
              <a:t>Той премахва страха им от котки, за да бъдат изядени по-лесно и паразитът да продължи цикъла си.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1543664"/>
            <a:ext cx="5936695" cy="3950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C8FF"/>
                </a:solidFill>
              </a:defRPr>
            </a:pPr>
            <a:r>
              <a:rPr dirty="0" err="1"/>
              <a:t>Изключението</a:t>
            </a:r>
            <a:r>
              <a:rPr dirty="0"/>
              <a:t>: </a:t>
            </a:r>
            <a:r>
              <a:rPr dirty="0" err="1"/>
              <a:t>Морски</a:t>
            </a:r>
            <a:r>
              <a:rPr dirty="0"/>
              <a:t> </a:t>
            </a:r>
            <a:r>
              <a:rPr dirty="0" err="1"/>
              <a:t>жълъд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>
                <a:solidFill>
                  <a:srgbClr val="F0F0F0"/>
                </a:solidFill>
              </a:defRPr>
            </a:pPr>
            <a:r>
              <a:rPr dirty="0" err="1"/>
              <a:t>Морските</a:t>
            </a:r>
            <a:r>
              <a:rPr dirty="0"/>
              <a:t> </a:t>
            </a:r>
            <a:r>
              <a:rPr dirty="0" err="1"/>
              <a:t>жълъди</a:t>
            </a:r>
            <a:r>
              <a:rPr dirty="0"/>
              <a:t> </a:t>
            </a:r>
            <a:r>
              <a:rPr dirty="0" err="1"/>
              <a:t>често</a:t>
            </a:r>
            <a:r>
              <a:rPr dirty="0"/>
              <a:t> </a:t>
            </a:r>
            <a:r>
              <a:rPr dirty="0" err="1"/>
              <a:t>се</a:t>
            </a:r>
            <a:r>
              <a:rPr dirty="0"/>
              <a:t> </a:t>
            </a:r>
            <a:r>
              <a:rPr dirty="0" err="1"/>
              <a:t>закрепват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китове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всъщност</a:t>
            </a:r>
            <a:r>
              <a:rPr dirty="0"/>
              <a:t> НЕ СА </a:t>
            </a:r>
            <a:r>
              <a:rPr dirty="0" err="1"/>
              <a:t>паразити</a:t>
            </a:r>
            <a:r>
              <a:rPr dirty="0"/>
              <a:t>!</a:t>
            </a:r>
            <a:br>
              <a:rPr dirty="0"/>
            </a:br>
            <a:br>
              <a:rPr dirty="0"/>
            </a:b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използват</a:t>
            </a:r>
            <a:r>
              <a:rPr dirty="0"/>
              <a:t> </a:t>
            </a:r>
            <a:r>
              <a:rPr dirty="0" err="1"/>
              <a:t>животните</a:t>
            </a:r>
            <a:r>
              <a:rPr dirty="0"/>
              <a:t> </a:t>
            </a:r>
            <a:r>
              <a:rPr dirty="0" err="1"/>
              <a:t>като</a:t>
            </a:r>
            <a:r>
              <a:rPr dirty="0"/>
              <a:t> </a:t>
            </a:r>
            <a:r>
              <a:rPr dirty="0" err="1"/>
              <a:t>безплатен</a:t>
            </a:r>
            <a:r>
              <a:rPr dirty="0"/>
              <a:t> </a:t>
            </a:r>
            <a:r>
              <a:rPr dirty="0" err="1"/>
              <a:t>транспорт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с </a:t>
            </a:r>
            <a:r>
              <a:rPr dirty="0" err="1"/>
              <a:t>повече</a:t>
            </a:r>
            <a:r>
              <a:rPr dirty="0"/>
              <a:t> </a:t>
            </a:r>
            <a:r>
              <a:rPr dirty="0" err="1"/>
              <a:t>храна</a:t>
            </a:r>
            <a:r>
              <a:rPr dirty="0"/>
              <a:t> (</a:t>
            </a:r>
            <a:r>
              <a:rPr dirty="0" err="1"/>
              <a:t>планктон</a:t>
            </a:r>
            <a:r>
              <a:rPr dirty="0"/>
              <a:t>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26" y="1848464"/>
            <a:ext cx="5726306" cy="3272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D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1240" y="497840"/>
            <a:ext cx="8886471" cy="93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500" b="1">
                <a:solidFill>
                  <a:srgbClr val="64C8FF"/>
                </a:solidFill>
              </a:defRPr>
            </a:pPr>
            <a:r>
              <a:rPr dirty="0" err="1"/>
              <a:t>Благодарим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вниманието</a:t>
            </a:r>
            <a:r>
              <a:rPr dirty="0"/>
              <a:t>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71CB2A-4ECF-A07A-37CD-F0AFFF712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32" y="1325880"/>
            <a:ext cx="4876800" cy="487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6B805D-268B-D15A-FAEC-DA24297A4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93" y="1436559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</TotalTime>
  <Words>295</Words>
  <Application>Microsoft Office PowerPoint</Application>
  <PresentationFormat>Custom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Yasen Yanakiev</cp:lastModifiedBy>
  <cp:revision>3</cp:revision>
  <dcterms:created xsi:type="dcterms:W3CDTF">2013-01-27T09:14:16Z</dcterms:created>
  <dcterms:modified xsi:type="dcterms:W3CDTF">2026-04-01T18:26:52Z</dcterms:modified>
  <cp:category/>
</cp:coreProperties>
</file>